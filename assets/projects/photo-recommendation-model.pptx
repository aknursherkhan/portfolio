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6QakeT21Syn3IwUtVPBqtubAa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6f4ecbf6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6f4ecbf6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96f4ecbf6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Postability Scorer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52" y="219455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A personalized model that learns your Instagram aesthetic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and recommends photos from your camera roll to post.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161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roblem &amp; Goal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960120"/>
            <a:ext cx="3749040" cy="32918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008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8A87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50876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Thousands of photos sit on your camera roll.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Only a handful ever get posted to Instagram.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Scrolling through everything to pick the right one is slow, annoying, and inconsistent.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937760" y="960120"/>
            <a:ext cx="3749040" cy="32918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120640" y="10972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120640" y="1508760"/>
            <a:ext cx="3383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Build a model that learns your personal aesthetic from your past Instagram posts...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...and ranks camera roll photos by how likely you are to post them.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ey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nsight: Why I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ebuilt the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odel?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914400"/>
            <a:ext cx="3657600" cy="3566160"/>
          </a:xfrm>
          <a:prstGeom prst="rect">
            <a:avLst/>
          </a:prstGeom>
          <a:solidFill>
            <a:srgbClr val="1C1010"/>
          </a:solidFill>
          <a:ln cap="flat" cmpd="sng" w="12700">
            <a:solidFill>
              <a:srgbClr val="3D1A1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40080" y="10241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v1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40080" y="1417320"/>
            <a:ext cx="32918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Binary classifier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Instagram photos = postable (1)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Camera roll = not postable (0)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The flaw: camera roll photos aren't 'bad' </a:t>
            </a:r>
            <a:r>
              <a:rPr lang="en-US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they're just unposted.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Result: only 2/10 recommendations felt right.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4206240" y="274320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"/>
          <p:cNvSpPr/>
          <p:nvPr/>
        </p:nvSpPr>
        <p:spPr>
          <a:xfrm>
            <a:off x="4224528" y="2305082"/>
            <a:ext cx="69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7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8A87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029200" y="914400"/>
            <a:ext cx="3657600" cy="3566160"/>
          </a:xfrm>
          <a:prstGeom prst="rect">
            <a:avLst/>
          </a:prstGeom>
          <a:solidFill>
            <a:srgbClr val="0D1C14"/>
          </a:solidFill>
          <a:ln cap="flat" cmpd="sng" w="12700">
            <a:solidFill>
              <a:srgbClr val="1A3D2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212080" y="102412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BF8E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6DBF8E"/>
                </a:solidFill>
                <a:latin typeface="Calibri"/>
                <a:ea typeface="Calibri"/>
                <a:cs typeface="Calibri"/>
                <a:sym typeface="Calibri"/>
              </a:rPr>
              <a:t>v2  (This Version)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212080" y="1417320"/>
            <a:ext cx="32918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Similarity-based ranking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Builds a taste profile from </a:t>
            </a:r>
            <a:r>
              <a:rPr lang="en-US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IG posts (global centroid + aesthetic clusters).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Scores camera roll by cosine similarity to that profile, combined with quality features.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Result: 6-7/10 recommendations felt right.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960120"/>
            <a:ext cx="3886200" cy="16916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94360" y="1088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51560" y="11292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CLIP Embeddings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40117" y="1577310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Both IG posts and camera roll photos are embedded using CLIP (ViT-B/32) </a:t>
            </a:r>
            <a:r>
              <a:rPr lang="en-US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 vision model that maps images to a 512-dim semantic space.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00600" y="960120"/>
            <a:ext cx="3886200" cy="16916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937760" y="1097280"/>
            <a:ext cx="384048" cy="384048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937760" y="1097311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394960" y="1129305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Taste Profile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83468" y="1577335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Your Instagram posts form a global taste centroid. KMeans (k=4) also finds aesthetic sub-clusters in your posts.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2880360"/>
            <a:ext cx="3886200" cy="16916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3008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51610" y="3049533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Quality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92" y="3429000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6 engineered features per photo: sharpness, brightness, contrast, saturation, face detection, center composition.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00600" y="2880360"/>
            <a:ext cx="3886200" cy="16916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937760" y="301752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395010" y="304955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Final 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83480" y="3429025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Score = 0.65 × style similarity + 0.35 × quality score. Quality is normalized to YOUR posting standards, not a universal benchmark.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Discovering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esthetic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lusters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9240" y="64008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KMeans found 4 visually distinct posting styles in my Instagram history: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500" y="976025"/>
            <a:ext cx="5234999" cy="388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96f4ecbf6e_0_2" title="Screenshot 2026-04-07 at 4.2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950" y="167425"/>
            <a:ext cx="6609299" cy="228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96f4ecbf6e_0_2" title="Screenshot 2026-04-07 at 4.22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942" y="2623100"/>
            <a:ext cx="6609299" cy="23358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96f4ecbf6e_0_2"/>
          <p:cNvSpPr/>
          <p:nvPr/>
        </p:nvSpPr>
        <p:spPr>
          <a:xfrm>
            <a:off x="538476" y="480950"/>
            <a:ext cx="85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96f4ecbf6e_0_2"/>
          <p:cNvSpPr txBox="1"/>
          <p:nvPr/>
        </p:nvSpPr>
        <p:spPr>
          <a:xfrm>
            <a:off x="46625" y="1575275"/>
            <a:ext cx="183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6f4ecbf6e_0_2"/>
          <p:cNvSpPr txBox="1"/>
          <p:nvPr/>
        </p:nvSpPr>
        <p:spPr>
          <a:xfrm>
            <a:off x="538475" y="2857100"/>
            <a:ext cx="8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96f4ecbf6e_0_2"/>
          <p:cNvSpPr txBox="1"/>
          <p:nvPr/>
        </p:nvSpPr>
        <p:spPr>
          <a:xfrm>
            <a:off x="46625" y="3997675"/>
            <a:ext cx="183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Top 10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ecommendations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v2 </a:t>
            </a:r>
            <a:r>
              <a:rPr b="1" lang="en-US" sz="30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375" y="715905"/>
            <a:ext cx="7965261" cy="419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65760" y="1005840"/>
            <a:ext cx="2560320" cy="19202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65760" y="11430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BF8E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6DBF8E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Precision@10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5760" y="226771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6 out of 10 I'd actually post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200400" y="1005840"/>
            <a:ext cx="2560320" cy="19202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200400" y="11430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BF8E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6DBF8E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200400" y="19202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Precision@20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200400" y="226771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12 out of 20 I'd actually post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035040" y="1005840"/>
            <a:ext cx="2560320" cy="192024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035040" y="114300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~20%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035040" y="19202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v1 baseline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035040" y="226771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2A5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8B92A5"/>
                </a:solidFill>
                <a:latin typeface="Calibri"/>
                <a:ea typeface="Calibri"/>
                <a:cs typeface="Calibri"/>
                <a:sym typeface="Calibri"/>
              </a:rPr>
              <a:t>2 out of 10 felt right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3108960"/>
            <a:ext cx="8412480" cy="150876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94360" y="321868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B8C9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7EB8C9"/>
                </a:solidFill>
                <a:latin typeface="Calibri"/>
                <a:ea typeface="Calibri"/>
                <a:cs typeface="Calibri"/>
                <a:sym typeface="Calibri"/>
              </a:rPr>
              <a:t>How I evaluated: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94360" y="3547872"/>
            <a:ext cx="7955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0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Since there are no ground-truth labels for the camera roll, I built a self-evaluation loop: walked through the top 20 recommendations one by one and recorded whether I would actually post each one. This gives a Precision@K metric. I also tried training a re-ranking layer (logistic regression on my labeled data) but with only 20 training examples it overfit badly</a:t>
            </a:r>
            <a:r>
              <a:rPr lang="en-US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v2's 60% beat v3's 25%, so I stayed with v2.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7C"/>
          </a:solidFill>
          <a:ln cap="flat" cmpd="sng" w="12700">
            <a:solidFill>
              <a:srgbClr val="E8A8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Limitations &amp; What's Next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960120"/>
            <a:ext cx="3749040" cy="361188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40080" y="10789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70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07070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1463040"/>
            <a:ext cx="3383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Visual only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No caption, mood, or timing context.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Taste shift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Older posts may not reflect current aesthetic </a:t>
            </a:r>
            <a:r>
              <a:rPr lang="en-US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but old photos still trained the model.)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937760" y="960120"/>
            <a:ext cx="3749040" cy="3611880"/>
          </a:xfrm>
          <a:prstGeom prst="rect">
            <a:avLst/>
          </a:prstGeom>
          <a:solidFill>
            <a:srgbClr val="161B27"/>
          </a:solidFill>
          <a:ln cap="flat" cmpd="sng" w="12700">
            <a:solidFill>
              <a:srgbClr val="2A2F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120640" y="10789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BF8E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6DBF8E"/>
                </a:solidFill>
                <a:latin typeface="Calibri"/>
                <a:ea typeface="Calibri"/>
                <a:cs typeface="Calibri"/>
                <a:sym typeface="Calibri"/>
              </a:rPr>
              <a:t>If I Had More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120640" y="1463040"/>
            <a:ext cx="3383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More labels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Label 100+ photos to properly train a re-ranker like LTR or XGBoost.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Recency weighting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Discount older posts so the model tracks taste evolution.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App wrapper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Package it as a mobile tool that can read a real camera roll and return a ranked shortlist.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2026-04-07T19:07:42Z</dcterms:created>
  <dc:creator>PptxGenJS</dc:creator>
</cp:coreProperties>
</file>